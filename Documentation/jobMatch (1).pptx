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p:cViewPr varScale="1">
        <p:scale>
          <a:sx n="85" d="100"/>
          <a:sy n="85" d="100"/>
        </p:scale>
        <p:origin x="13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42B6948-733B-40BF-9D3D-2B8CC10D6A39}" type="datetimeFigureOut">
              <a:rPr lang="en-US" smtClean="0"/>
              <a:t>11/25/2025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59BFDE16-7122-4EF0-B071-184E04DA6286}"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10239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2B6948-733B-40BF-9D3D-2B8CC10D6A39}"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BFDE16-7122-4EF0-B071-184E04DA6286}"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68983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2B6948-733B-40BF-9D3D-2B8CC10D6A39}"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BFDE16-7122-4EF0-B071-184E04DA6286}"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35383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42B6948-733B-40BF-9D3D-2B8CC10D6A39}" type="datetimeFigureOut">
              <a:rPr lang="en-US" smtClean="0"/>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BFDE16-7122-4EF0-B071-184E04DA6286}"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70614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42B6948-733B-40BF-9D3D-2B8CC10D6A39}" type="datetimeFigureOut">
              <a:rPr lang="en-US" smtClean="0"/>
              <a:t>11/25/2025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BFDE16-7122-4EF0-B071-184E04DA6286}"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3072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42B6948-733B-40BF-9D3D-2B8CC10D6A39}" type="datetimeFigureOut">
              <a:rPr lang="en-US" smtClean="0"/>
              <a:t>11/25/2025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BFDE16-7122-4EF0-B071-184E04DA6286}"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58604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2B6948-733B-40BF-9D3D-2B8CC10D6A39}" type="datetimeFigureOut">
              <a:rPr lang="en-US" smtClean="0"/>
              <a:t>11/25/2025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9BFDE16-7122-4EF0-B071-184E04DA6286}" type="slidenum">
              <a:rPr lang="en-US" smtClean="0"/>
              <a:t>‹#›</a:t>
            </a:fld>
            <a:endParaRPr lang="en-US"/>
          </a:p>
        </p:txBody>
      </p:sp>
    </p:spTree>
    <p:extLst>
      <p:ext uri="{BB962C8B-B14F-4D97-AF65-F5344CB8AC3E}">
        <p14:creationId xmlns:p14="http://schemas.microsoft.com/office/powerpoint/2010/main" val="3666350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42B6948-733B-40BF-9D3D-2B8CC10D6A39}" type="datetimeFigureOut">
              <a:rPr lang="en-US" smtClean="0"/>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BFDE16-7122-4EF0-B071-184E04DA6286}"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61066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542B6948-733B-40BF-9D3D-2B8CC10D6A39}" type="datetimeFigureOut">
              <a:rPr lang="en-US" smtClean="0"/>
              <a:t>11/25/2025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59BFDE16-7122-4EF0-B071-184E04DA6286}"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58266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2B6948-733B-40BF-9D3D-2B8CC10D6A39}"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BFDE16-7122-4EF0-B071-184E04DA6286}"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33265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2B6948-733B-40BF-9D3D-2B8CC10D6A39}"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BFDE16-7122-4EF0-B071-184E04DA6286}"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325828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42B6948-733B-40BF-9D3D-2B8CC10D6A39}" type="datetimeFigureOut">
              <a:rPr lang="en-US" smtClean="0"/>
              <a:t>11/25/2025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59BFDE16-7122-4EF0-B071-184E04DA6286}"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32888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30B06-59E7-4F6C-B582-92C114C5A42B}"/>
              </a:ext>
            </a:extLst>
          </p:cNvPr>
          <p:cNvSpPr>
            <a:spLocks noGrp="1"/>
          </p:cNvSpPr>
          <p:nvPr>
            <p:ph type="ctrTitle"/>
          </p:nvPr>
        </p:nvSpPr>
        <p:spPr/>
        <p:txBody>
          <a:bodyPr/>
          <a:lstStyle/>
          <a:p>
            <a:pPr algn="ctr"/>
            <a:r>
              <a:rPr lang="en-US" dirty="0" err="1"/>
              <a:t>jobMatch</a:t>
            </a:r>
            <a:endParaRPr lang="en-US" dirty="0"/>
          </a:p>
        </p:txBody>
      </p:sp>
      <p:sp>
        <p:nvSpPr>
          <p:cNvPr id="3" name="Subtitle 2">
            <a:extLst>
              <a:ext uri="{FF2B5EF4-FFF2-40B4-BE49-F238E27FC236}">
                <a16:creationId xmlns:a16="http://schemas.microsoft.com/office/drawing/2014/main" id="{90F4AA0B-D152-45B2-83FA-2DAA5962AE8E}"/>
              </a:ext>
            </a:extLst>
          </p:cNvPr>
          <p:cNvSpPr>
            <a:spLocks noGrp="1"/>
          </p:cNvSpPr>
          <p:nvPr>
            <p:ph type="subTitle" idx="1"/>
          </p:nvPr>
        </p:nvSpPr>
        <p:spPr/>
        <p:txBody>
          <a:bodyPr/>
          <a:lstStyle/>
          <a:p>
            <a:r>
              <a:rPr lang="en-US" dirty="0" err="1"/>
              <a:t>By:JACEY</a:t>
            </a:r>
            <a:r>
              <a:rPr lang="en-US" dirty="0"/>
              <a:t> </a:t>
            </a:r>
            <a:r>
              <a:rPr lang="en-US" dirty="0" err="1"/>
              <a:t>james</a:t>
            </a:r>
            <a:r>
              <a:rPr lang="en-US" dirty="0"/>
              <a:t> D. ADVINCULA, Reynaldo M. BAYOT </a:t>
            </a:r>
          </a:p>
          <a:p>
            <a:r>
              <a:rPr lang="en-US" dirty="0"/>
              <a:t>8-SAMPAGUITA</a:t>
            </a:r>
          </a:p>
        </p:txBody>
      </p:sp>
    </p:spTree>
    <p:extLst>
      <p:ext uri="{BB962C8B-B14F-4D97-AF65-F5344CB8AC3E}">
        <p14:creationId xmlns:p14="http://schemas.microsoft.com/office/powerpoint/2010/main" val="29105648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1CF4F-E6ED-4301-9A10-641172DF855C}"/>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1AC5C86C-C70A-4815-A151-A255045504CD}"/>
              </a:ext>
            </a:extLst>
          </p:cNvPr>
          <p:cNvSpPr>
            <a:spLocks noGrp="1"/>
          </p:cNvSpPr>
          <p:nvPr>
            <p:ph idx="1"/>
          </p:nvPr>
        </p:nvSpPr>
        <p:spPr/>
        <p:txBody>
          <a:bodyPr>
            <a:normAutofit/>
          </a:bodyPr>
          <a:lstStyle/>
          <a:p>
            <a:pPr marL="0" indent="0" algn="just">
              <a:buNone/>
            </a:pPr>
            <a:r>
              <a:rPr lang="en-US" b="0" i="0" u="none" strike="noStrike" baseline="0" dirty="0">
                <a:latin typeface="Inter-Regular"/>
              </a:rPr>
              <a:t>Many people have a hard time finding jobs that fit them. This is often because they are unsure which careers match their college degrees, skills, or personal interests. Also, some jobs need specific experience or qualifications that they might not have yet.</a:t>
            </a:r>
            <a:endParaRPr lang="en-US" sz="2400" dirty="0"/>
          </a:p>
        </p:txBody>
      </p:sp>
    </p:spTree>
    <p:extLst>
      <p:ext uri="{BB962C8B-B14F-4D97-AF65-F5344CB8AC3E}">
        <p14:creationId xmlns:p14="http://schemas.microsoft.com/office/powerpoint/2010/main" val="10409891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F8D9C-9864-4E20-A7A8-10F2E2B8F2CA}"/>
              </a:ext>
            </a:extLst>
          </p:cNvPr>
          <p:cNvSpPr>
            <a:spLocks noGrp="1"/>
          </p:cNvSpPr>
          <p:nvPr>
            <p:ph type="title"/>
          </p:nvPr>
        </p:nvSpPr>
        <p:spPr/>
        <p:txBody>
          <a:bodyPr/>
          <a:lstStyle/>
          <a:p>
            <a:r>
              <a:rPr lang="en-US" dirty="0"/>
              <a:t>Project objective</a:t>
            </a:r>
          </a:p>
        </p:txBody>
      </p:sp>
      <p:sp>
        <p:nvSpPr>
          <p:cNvPr id="3" name="Content Placeholder 2">
            <a:extLst>
              <a:ext uri="{FF2B5EF4-FFF2-40B4-BE49-F238E27FC236}">
                <a16:creationId xmlns:a16="http://schemas.microsoft.com/office/drawing/2014/main" id="{EA0F4202-87CC-4D0D-A417-6FC853537738}"/>
              </a:ext>
            </a:extLst>
          </p:cNvPr>
          <p:cNvSpPr>
            <a:spLocks noGrp="1"/>
          </p:cNvSpPr>
          <p:nvPr>
            <p:ph idx="1"/>
          </p:nvPr>
        </p:nvSpPr>
        <p:spPr/>
        <p:txBody>
          <a:bodyPr>
            <a:normAutofit/>
          </a:bodyPr>
          <a:lstStyle/>
          <a:p>
            <a:pPr marL="0" indent="0" algn="l">
              <a:buNone/>
            </a:pPr>
            <a:r>
              <a:rPr lang="en-US" b="0" i="0" u="none" strike="noStrike" baseline="0" dirty="0">
                <a:latin typeface="Inter-Regular"/>
              </a:rPr>
              <a:t>We aim to create an app called </a:t>
            </a:r>
            <a:r>
              <a:rPr lang="en-US" b="0" i="0" u="none" strike="noStrike" baseline="0" dirty="0" err="1">
                <a:latin typeface="Inter-Regular"/>
              </a:rPr>
              <a:t>JobMatch</a:t>
            </a:r>
            <a:r>
              <a:rPr lang="en-US" b="0" i="0" u="none" strike="noStrike" baseline="0" dirty="0">
                <a:latin typeface="Inter-Regular"/>
              </a:rPr>
              <a:t> that helps people find jobs based on their college courses, skills, and interests. We plan to finish a functional website on time and will test it with users to see if it makes job matching faster and easier.</a:t>
            </a:r>
            <a:endParaRPr lang="en-US" sz="2400" dirty="0"/>
          </a:p>
        </p:txBody>
      </p:sp>
    </p:spTree>
    <p:extLst>
      <p:ext uri="{BB962C8B-B14F-4D97-AF65-F5344CB8AC3E}">
        <p14:creationId xmlns:p14="http://schemas.microsoft.com/office/powerpoint/2010/main" val="4245202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CA37F-FBCD-4543-895A-79D90AD765F8}"/>
              </a:ext>
            </a:extLst>
          </p:cNvPr>
          <p:cNvSpPr>
            <a:spLocks noGrp="1"/>
          </p:cNvSpPr>
          <p:nvPr>
            <p:ph type="title"/>
          </p:nvPr>
        </p:nvSpPr>
        <p:spPr/>
        <p:txBody>
          <a:bodyPr/>
          <a:lstStyle/>
          <a:p>
            <a:r>
              <a:rPr lang="en-US" dirty="0"/>
              <a:t>Planned features</a:t>
            </a:r>
          </a:p>
        </p:txBody>
      </p:sp>
      <p:sp>
        <p:nvSpPr>
          <p:cNvPr id="3" name="Content Placeholder 2">
            <a:extLst>
              <a:ext uri="{FF2B5EF4-FFF2-40B4-BE49-F238E27FC236}">
                <a16:creationId xmlns:a16="http://schemas.microsoft.com/office/drawing/2014/main" id="{BD3141A0-5FBD-4D4B-8112-A8696789BE8F}"/>
              </a:ext>
            </a:extLst>
          </p:cNvPr>
          <p:cNvSpPr>
            <a:spLocks noGrp="1"/>
          </p:cNvSpPr>
          <p:nvPr>
            <p:ph idx="1"/>
          </p:nvPr>
        </p:nvSpPr>
        <p:spPr/>
        <p:txBody>
          <a:bodyPr>
            <a:normAutofit/>
          </a:bodyPr>
          <a:lstStyle/>
          <a:p>
            <a:pPr algn="l"/>
            <a:r>
              <a:rPr lang="en-US" sz="2800" b="0" i="0" u="none" strike="noStrike" baseline="0" dirty="0">
                <a:latin typeface="Inter-Regular"/>
              </a:rPr>
              <a:t>Enter users information</a:t>
            </a:r>
          </a:p>
          <a:p>
            <a:pPr algn="l"/>
            <a:r>
              <a:rPr lang="en-US" sz="2800" b="0" i="0" u="none" strike="noStrike" baseline="0" dirty="0">
                <a:latin typeface="Inter-Regular"/>
              </a:rPr>
              <a:t>Display the jobs that are suitable for them</a:t>
            </a:r>
          </a:p>
          <a:p>
            <a:pPr algn="l"/>
            <a:r>
              <a:rPr lang="en-US" sz="2800" b="0" i="0" u="none" strike="noStrike" baseline="0" dirty="0">
                <a:latin typeface="Inter-Regular"/>
              </a:rPr>
              <a:t>Requirement list for the jobs</a:t>
            </a:r>
          </a:p>
          <a:p>
            <a:pPr algn="l"/>
            <a:r>
              <a:rPr lang="en-US" sz="2800" b="0" i="0" u="none" strike="noStrike" baseline="0" dirty="0">
                <a:latin typeface="Inter-Regular"/>
              </a:rPr>
              <a:t>Recommended tips about the job(NEW)</a:t>
            </a:r>
          </a:p>
        </p:txBody>
      </p:sp>
    </p:spTree>
    <p:extLst>
      <p:ext uri="{BB962C8B-B14F-4D97-AF65-F5344CB8AC3E}">
        <p14:creationId xmlns:p14="http://schemas.microsoft.com/office/powerpoint/2010/main" val="3201100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2ABD0-99AA-4826-8255-BE18D7F91BE2}"/>
              </a:ext>
            </a:extLst>
          </p:cNvPr>
          <p:cNvSpPr>
            <a:spLocks noGrp="1"/>
          </p:cNvSpPr>
          <p:nvPr>
            <p:ph type="title"/>
          </p:nvPr>
        </p:nvSpPr>
        <p:spPr/>
        <p:txBody>
          <a:bodyPr/>
          <a:lstStyle/>
          <a:p>
            <a:r>
              <a:rPr lang="en-US" dirty="0"/>
              <a:t>Planned input and output</a:t>
            </a:r>
          </a:p>
        </p:txBody>
      </p:sp>
      <p:sp>
        <p:nvSpPr>
          <p:cNvPr id="3" name="Content Placeholder 2">
            <a:extLst>
              <a:ext uri="{FF2B5EF4-FFF2-40B4-BE49-F238E27FC236}">
                <a16:creationId xmlns:a16="http://schemas.microsoft.com/office/drawing/2014/main" id="{F5A15263-CC61-45BD-8243-B8E179D29E09}"/>
              </a:ext>
            </a:extLst>
          </p:cNvPr>
          <p:cNvSpPr>
            <a:spLocks noGrp="1"/>
          </p:cNvSpPr>
          <p:nvPr>
            <p:ph idx="1"/>
          </p:nvPr>
        </p:nvSpPr>
        <p:spPr/>
        <p:txBody>
          <a:bodyPr>
            <a:normAutofit/>
          </a:bodyPr>
          <a:lstStyle/>
          <a:p>
            <a:pPr marL="0" indent="0" algn="just">
              <a:buNone/>
            </a:pPr>
            <a:r>
              <a:rPr lang="en-US" sz="2400" b="0" i="0" u="none" strike="noStrike" baseline="0" dirty="0">
                <a:latin typeface="Inter-Regular"/>
              </a:rPr>
              <a:t>The user will input answers in the questionnaires along with any additional data. The program will then output the questionnaires alongside appropriate job answers. If the user wishes to learn more about a specific job or how to pursue it, the program will ask whether they would like to find out more. Depending on the user's choice, the program will provide the requested information.</a:t>
            </a:r>
          </a:p>
        </p:txBody>
      </p:sp>
    </p:spTree>
    <p:extLst>
      <p:ext uri="{BB962C8B-B14F-4D97-AF65-F5344CB8AC3E}">
        <p14:creationId xmlns:p14="http://schemas.microsoft.com/office/powerpoint/2010/main" val="2257138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4DC35-8B9B-4882-88C5-E1EC1EBACB3A}"/>
              </a:ext>
            </a:extLst>
          </p:cNvPr>
          <p:cNvSpPr>
            <a:spLocks noGrp="1"/>
          </p:cNvSpPr>
          <p:nvPr>
            <p:ph type="title"/>
          </p:nvPr>
        </p:nvSpPr>
        <p:spPr/>
        <p:txBody>
          <a:bodyPr/>
          <a:lstStyle/>
          <a:p>
            <a:r>
              <a:rPr lang="en-US" dirty="0"/>
              <a:t>Logic plan - pseudocode</a:t>
            </a:r>
          </a:p>
        </p:txBody>
      </p:sp>
      <p:sp>
        <p:nvSpPr>
          <p:cNvPr id="3" name="Content Placeholder 2">
            <a:extLst>
              <a:ext uri="{FF2B5EF4-FFF2-40B4-BE49-F238E27FC236}">
                <a16:creationId xmlns:a16="http://schemas.microsoft.com/office/drawing/2014/main" id="{9620BE1F-4BDF-45B9-8651-DC217380B5D2}"/>
              </a:ext>
            </a:extLst>
          </p:cNvPr>
          <p:cNvSpPr>
            <a:spLocks noGrp="1"/>
          </p:cNvSpPr>
          <p:nvPr>
            <p:ph idx="1"/>
          </p:nvPr>
        </p:nvSpPr>
        <p:spPr/>
        <p:txBody>
          <a:bodyPr>
            <a:normAutofit fontScale="92500" lnSpcReduction="20000"/>
          </a:bodyPr>
          <a:lstStyle/>
          <a:p>
            <a:pPr algn="l"/>
            <a:r>
              <a:rPr lang="en-US" sz="1800" b="0" i="0" u="none" strike="noStrike" baseline="0" dirty="0">
                <a:latin typeface="Inter-Regular"/>
              </a:rPr>
              <a:t>Program welcomes the User</a:t>
            </a:r>
          </a:p>
          <a:p>
            <a:pPr algn="l"/>
            <a:r>
              <a:rPr lang="en-US" sz="1800" b="0" i="0" u="none" strike="noStrike" baseline="0" dirty="0">
                <a:latin typeface="Inter-Regular"/>
              </a:rPr>
              <a:t>Program ask if the User is ready to do the questionnaire</a:t>
            </a:r>
          </a:p>
          <a:p>
            <a:pPr algn="l"/>
            <a:r>
              <a:rPr lang="en-US" sz="1800" b="0" i="0" u="none" strike="noStrike" baseline="0" dirty="0">
                <a:latin typeface="Inter-Regular"/>
              </a:rPr>
              <a:t>User accepts to do the questionnaire</a:t>
            </a:r>
          </a:p>
          <a:p>
            <a:pPr algn="l"/>
            <a:r>
              <a:rPr lang="en-US" sz="1800" b="0" i="0" u="none" strike="noStrike" baseline="0" dirty="0">
                <a:latin typeface="Inter-Regular"/>
              </a:rPr>
              <a:t>Program asks the questions</a:t>
            </a:r>
          </a:p>
          <a:p>
            <a:pPr algn="l"/>
            <a:r>
              <a:rPr lang="en-US" sz="1800" b="0" i="0" u="none" strike="noStrike" baseline="0" dirty="0">
                <a:latin typeface="Inter-Regular"/>
              </a:rPr>
              <a:t>Users input the answers</a:t>
            </a:r>
          </a:p>
          <a:p>
            <a:pPr algn="l"/>
            <a:r>
              <a:rPr lang="en-US" sz="1800" b="0" i="0" u="none" strike="noStrike" baseline="0" dirty="0">
                <a:latin typeface="Inter-Regular"/>
              </a:rPr>
              <a:t>Program will use the data to see what would be the user suitable job</a:t>
            </a:r>
          </a:p>
          <a:p>
            <a:pPr algn="l"/>
            <a:r>
              <a:rPr lang="en-US" sz="1800" b="0" i="0" u="none" strike="noStrike" baseline="0" dirty="0">
                <a:latin typeface="Inter-Regular"/>
              </a:rPr>
              <a:t>Program asks if the user would want the requirement list for the job</a:t>
            </a:r>
          </a:p>
          <a:p>
            <a:pPr algn="l"/>
            <a:r>
              <a:rPr lang="en-US" sz="1800" b="0" i="0" u="none" strike="noStrike" baseline="0" dirty="0">
                <a:latin typeface="Inter-Regular"/>
              </a:rPr>
              <a:t>Users Accepts Program will display the requirements for the job</a:t>
            </a:r>
          </a:p>
          <a:p>
            <a:pPr algn="l"/>
            <a:r>
              <a:rPr lang="en-US" sz="1800" b="0" i="0" u="none" strike="noStrike" baseline="0" dirty="0">
                <a:latin typeface="Inter-Regular"/>
              </a:rPr>
              <a:t>Program Ends</a:t>
            </a:r>
            <a:endParaRPr lang="en-US" dirty="0"/>
          </a:p>
        </p:txBody>
      </p:sp>
    </p:spTree>
    <p:extLst>
      <p:ext uri="{BB962C8B-B14F-4D97-AF65-F5344CB8AC3E}">
        <p14:creationId xmlns:p14="http://schemas.microsoft.com/office/powerpoint/2010/main" val="3698694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989BB-57A3-43CF-904D-247A8701D3CC}"/>
              </a:ext>
            </a:extLst>
          </p:cNvPr>
          <p:cNvSpPr>
            <a:spLocks noGrp="1"/>
          </p:cNvSpPr>
          <p:nvPr>
            <p:ph type="title"/>
          </p:nvPr>
        </p:nvSpPr>
        <p:spPr/>
        <p:txBody>
          <a:bodyPr/>
          <a:lstStyle/>
          <a:p>
            <a:r>
              <a:rPr lang="en-US" dirty="0"/>
              <a:t>Logic plan - flowchart</a:t>
            </a:r>
          </a:p>
        </p:txBody>
      </p:sp>
      <p:sp>
        <p:nvSpPr>
          <p:cNvPr id="7" name="Content Placeholder 6">
            <a:extLst>
              <a:ext uri="{FF2B5EF4-FFF2-40B4-BE49-F238E27FC236}">
                <a16:creationId xmlns:a16="http://schemas.microsoft.com/office/drawing/2014/main" id="{B99BD0BC-52E1-483D-9EFB-EDC4034373B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197718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FE023-19DE-4708-85CA-D8C308E3072A}"/>
              </a:ext>
            </a:extLst>
          </p:cNvPr>
          <p:cNvSpPr>
            <a:spLocks noGrp="1"/>
          </p:cNvSpPr>
          <p:nvPr>
            <p:ph type="title"/>
          </p:nvPr>
        </p:nvSpPr>
        <p:spPr/>
        <p:txBody>
          <a:bodyPr/>
          <a:lstStyle/>
          <a:p>
            <a:r>
              <a:rPr lang="en-US" dirty="0"/>
              <a:t>Logic plan – flowchart</a:t>
            </a:r>
          </a:p>
        </p:txBody>
      </p:sp>
      <p:sp>
        <p:nvSpPr>
          <p:cNvPr id="7" name="Content Placeholder 6">
            <a:extLst>
              <a:ext uri="{FF2B5EF4-FFF2-40B4-BE49-F238E27FC236}">
                <a16:creationId xmlns:a16="http://schemas.microsoft.com/office/drawing/2014/main" id="{B63D07AC-717B-4BE0-A00A-31E99247352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272260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83930-8311-440B-A02A-8E98AE7CAA05}"/>
              </a:ext>
            </a:extLst>
          </p:cNvPr>
          <p:cNvSpPr>
            <a:spLocks noGrp="1"/>
          </p:cNvSpPr>
          <p:nvPr>
            <p:ph type="title"/>
          </p:nvPr>
        </p:nvSpPr>
        <p:spPr/>
        <p:txBody>
          <a:bodyPr/>
          <a:lstStyle/>
          <a:p>
            <a:r>
              <a:rPr lang="en-US" dirty="0" err="1"/>
              <a:t>Github</a:t>
            </a:r>
            <a:r>
              <a:rPr lang="en-US" dirty="0"/>
              <a:t> repository link</a:t>
            </a:r>
          </a:p>
        </p:txBody>
      </p:sp>
      <p:sp>
        <p:nvSpPr>
          <p:cNvPr id="3" name="Content Placeholder 2">
            <a:extLst>
              <a:ext uri="{FF2B5EF4-FFF2-40B4-BE49-F238E27FC236}">
                <a16:creationId xmlns:a16="http://schemas.microsoft.com/office/drawing/2014/main" id="{B8CB6525-3B7D-4B1E-AE48-178DA5835E8F}"/>
              </a:ext>
            </a:extLst>
          </p:cNvPr>
          <p:cNvSpPr>
            <a:spLocks noGrp="1"/>
          </p:cNvSpPr>
          <p:nvPr>
            <p:ph idx="1"/>
          </p:nvPr>
        </p:nvSpPr>
        <p:spPr/>
        <p:txBody>
          <a:bodyPr>
            <a:normAutofit/>
          </a:bodyPr>
          <a:lstStyle/>
          <a:p>
            <a:pPr marL="0" indent="0" algn="ctr">
              <a:buNone/>
            </a:pPr>
            <a:r>
              <a:rPr lang="en-US" sz="2400" b="0" i="0" u="none" strike="noStrike" baseline="0" dirty="0">
                <a:latin typeface="Inter-Regular"/>
              </a:rPr>
              <a:t>https://github.com/jjadvincula-6741/CS2.git</a:t>
            </a:r>
            <a:endParaRPr lang="en-US" sz="2800" dirty="0"/>
          </a:p>
        </p:txBody>
      </p:sp>
    </p:spTree>
    <p:extLst>
      <p:ext uri="{BB962C8B-B14F-4D97-AF65-F5344CB8AC3E}">
        <p14:creationId xmlns:p14="http://schemas.microsoft.com/office/powerpoint/2010/main" val="3982486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E2C3F-D22F-4592-BF62-0D6B6F7E3FCF}"/>
              </a:ext>
            </a:extLst>
          </p:cNvPr>
          <p:cNvSpPr>
            <a:spLocks noGrp="1"/>
          </p:cNvSpPr>
          <p:nvPr>
            <p:ph type="ctrTitle"/>
          </p:nvPr>
        </p:nvSpPr>
        <p:spPr/>
        <p:txBody>
          <a:bodyPr/>
          <a:lstStyle/>
          <a:p>
            <a:r>
              <a:rPr lang="en-US" dirty="0"/>
              <a:t>THANK YOU!!</a:t>
            </a:r>
          </a:p>
        </p:txBody>
      </p:sp>
      <p:sp>
        <p:nvSpPr>
          <p:cNvPr id="3" name="Subtitle 2">
            <a:extLst>
              <a:ext uri="{FF2B5EF4-FFF2-40B4-BE49-F238E27FC236}">
                <a16:creationId xmlns:a16="http://schemas.microsoft.com/office/drawing/2014/main" id="{C127A546-8268-43A7-86F1-9A5CDB80E4C2}"/>
              </a:ext>
            </a:extLst>
          </p:cNvPr>
          <p:cNvSpPr>
            <a:spLocks noGrp="1"/>
          </p:cNvSpPr>
          <p:nvPr>
            <p:ph type="subTitle" idx="1"/>
          </p:nvPr>
        </p:nvSpPr>
        <p:spPr/>
        <p:txBody>
          <a:bodyPr/>
          <a:lstStyle/>
          <a:p>
            <a:r>
              <a:rPr lang="en-US" dirty="0"/>
              <a:t>PRESENTED TO: MA’AM DACHEL RAAGAS/ MA’AM DATCH</a:t>
            </a:r>
          </a:p>
          <a:p>
            <a:endParaRPr lang="en-US" dirty="0"/>
          </a:p>
        </p:txBody>
      </p:sp>
    </p:spTree>
    <p:extLst>
      <p:ext uri="{BB962C8B-B14F-4D97-AF65-F5344CB8AC3E}">
        <p14:creationId xmlns:p14="http://schemas.microsoft.com/office/powerpoint/2010/main" val="2115258421"/>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17</TotalTime>
  <Words>322</Words>
  <Application>Microsoft Office PowerPoint</Application>
  <PresentationFormat>Widescreen</PresentationFormat>
  <Paragraphs>30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Gill Sans MT</vt:lpstr>
      <vt:lpstr>Inter-Regular</vt:lpstr>
      <vt:lpstr>Gallery</vt:lpstr>
      <vt:lpstr>jobMatch</vt:lpstr>
      <vt:lpstr>PROBLEM STATEMENT</vt:lpstr>
      <vt:lpstr>Project objective</vt:lpstr>
      <vt:lpstr>Planned features</vt:lpstr>
      <vt:lpstr>Planned input and output</vt:lpstr>
      <vt:lpstr>Logic plan - pseudocode</vt:lpstr>
      <vt:lpstr>Logic plan - flowchart</vt:lpstr>
      <vt:lpstr>Logic plan – flowchart</vt:lpstr>
      <vt:lpstr>Github repository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jobMatch</dc:title>
  <dc:creator>ACER</dc:creator>
  <cp:lastModifiedBy>ACER</cp:lastModifiedBy>
  <cp:revision>1</cp:revision>
  <dcterms:created xsi:type="dcterms:W3CDTF">2025-11-25T06:41:06Z</dcterms:created>
  <dcterms:modified xsi:type="dcterms:W3CDTF">2025-11-25T06:58:19Z</dcterms:modified>
</cp:coreProperties>
</file>